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1554480"/>
            <a:ext cx="146304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418320" y="210312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2651760"/>
            <a:ext cx="155448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052560" y="914400"/>
            <a:ext cx="2286000" cy="228600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0" y="914400"/>
            <a:ext cx="25603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92640" y="10058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881360" y="15544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07040" y="265176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052560" y="32004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338560" y="9144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Unilog Product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Multi-Agent Sourcing, Evidence RAG &amp; Human-in-the-Loop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4434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— Unilog Catalog Automation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37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483717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   ·   Team Leader: Charishma Alam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39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STANDARD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52395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252-Column Master Catalog E-Commerce CSV Standard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41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6418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   •   Cover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&amp; Key Performance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Charishma Alam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513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Reduction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data entry falls from 100+ hours to under 30 seconds per SKU.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31352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531352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1352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local air-gapped Ollama (qwen2.5:3b) with Groq / Gemini API cloud fallback.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846320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Rationale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AI confidence = baseline escrow. 100% confidence requires Human Manager Approval.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31352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31352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Attributes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1352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formatted directly into Unilog's master delivery CSV structure.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   •   Team &amp; Snapshot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Your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supplier feeds arrive dirty (e.g. 'APPDE' instead of 'Whirlpool Corporation', 'Dishwasher SS'), missing specifications, and unformatted. Catalog teams waste 100+ manual hours per catalog finding datasheets.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212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10-node state machine built on LangGraph that transforms 3 dirty input strings (Brand, MPN, Description) into a complete 252-column Unilog record in under 30 seconds.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ARCHITECTURAL PILLARS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Domain-Locked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marketplace noise (Amazon/eBay) by locking retrieval strictly to official manufacturer domains (whirlpool.com, se.com, fluke.com).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Evidence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PDFs/HTML into ChromaDB vector store. Every attribute is bound to exact source URL, page number, confidence score, and text snippet.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39328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39328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39328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Human-in-the-Loop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low-confidence items (&lt;80%) to human catalog managers for 1-click review and natural language AI steering.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   • 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enrich minimal product information?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73936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Disambiguation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node_identity()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673352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supplier text (e.g. 'APPDE', 'Square D'). Cross-references SQLite Brand Alias bank &amp; NetworkX Knowledge Graph to resolve true OEM name ('Whirlpool Corporation'). Expands industrial abbreviations ('SS' → 'Stainless Steel').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761488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609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Taxonomy &amp; UNSPSC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node_taxonomy()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product context to an 8-Digit UNSPSC Leaf Category Code (e.g. 83041100 for Built-In Dishwashers) and selects the 252-column leaf schema, suppressing non-applicable fields.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749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OEM Sourcing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032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node_retrieve()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48456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official spec PDFs, manuals, installation guides, SDS documents, and images. Implements SHA-256 PDF caching to eliminate duplicate downloads.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4736592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736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46360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&amp; Graph Inheritance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02005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node_extract()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636008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ChromaDB vector chunks and checks NetworkX Series Memory to extract up to 50 structured attribute triplets (LABEL / VALUE / UOM).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" y="5724144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724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5623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6007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node_copywrite()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5623560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chars, e.g. 'DISHWASHER SS 120V 15A 50-1/4IN'), Short &amp; Long Copy, Marketing Bullets (1..20), and standardized asset filenames.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   •   Enrichment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ensure accuracy and trust?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Source-Tiering &amp; Anti-Hallucination Prompts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60020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Tier-1 OEM technical documentation over third-party distributor text. If an attribute is missing, prompts return null instead of guessing.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62432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60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Evidence Provenance Anchors (FieldValue)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6 proof anchors: Raw Value, Standardized UOM, Source URL, PDF Page Number, Confidence Score (0.00–1.00), and Cropped PDF Text Snippet.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Semantic Validation (node_validate)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352044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_is_invalid_garbage checks, FIELD_SANITY physical range limits (e.g. current 0.1A–1600A), and _split_uom unit splitters.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454456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480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Confidence Rationale &amp; Multi-Stage Human Intervention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448056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extractions start low in escrow. Human Verification at any stage boosts score to 100%.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440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 Intervention Escrow Gates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544068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managers can override data at Identity, Sourcing, Attributes, Copywriting, and Final Delivery stages.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   •   Accuracy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scalable for enterprise catalogs?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Multi-Thousand SKU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FastAPI async execution loops and SQLite job_store.db state serialization. Multi-thousand SKU files stream real-time updates without memory leaks.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9944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9944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4304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New Manufacturer &amp; Document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multi-format parsers (PyMuPDF fitz, trafilatura, pdfplumber) and guess_mfr_domain LLM fallback resolve new manufacturer domains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Store Deduplication &amp; Knowledge Graph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1,000 SKUs share a 50-page master catalog PDF, it's embedded in ChromaDB EXACTLY ONCE — cutting vector storage &amp; scraping bandwidth by &gt;90%.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9944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9944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304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Air-Gapped Local Model Cost Architecture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7376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extraction runs on air-gapped local Ollama (qwen2.5:3b), costing $0.00 in LLM API fees per SKU. Groq / Gemini API cascade serves as secondary fallback.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   •   Scalability &amp;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is it from other existing ideas?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catalog scrapers rely on XPath and regex rules that break whenever manufacturer websites update their layout.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204368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06440" y="20436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Extraction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uses semantic vector RAG to read unstructured PDF spec sheets and tables dynamically.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218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Marketplace Crawlers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hallucinate by scraping third-party listings (Amazon, eBay, Walmart) containing user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570732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06440" y="35707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3218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OEM-Domain Guardrails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locked strictly to official manufacturer domains (e.g. fluke.com, 3m.com).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745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automated tools offer no visual proof of where a value came from.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5097780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06440" y="5097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7457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Provenance &amp; NL Steering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is bound to verbatim PDF snippets and can be actively steered via a natural language AI prompt bar.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   •   Differentiators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solve the problem statement given?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95% of Manual Onboarding Effort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web searching, PDF downloading, and spreadsheet copy-pasting with an automated 10-node agent pipeline executing in under 30 seconds.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37376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737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7376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Compliance with Unilog's 252-Column Standard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extracted attributes directly into Unilog's delivery CSV structure (LABEL 1..50, VALUE 1..50, UOM 1..50), eliminating formatting errors.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Abbreviation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expands industrial supplier shorthand ('SS'→'Stainless Steel', 'MTR'→'Motor', 'APPDE'→'Whirlpool Corporation') into clean master catalog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37376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37376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Edge-Case Data Gaps via Multi-Tier Sourcing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7376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from primary OEM PDFs to verified industrial distributor pages (Grainger, Zoro, McMaster-Carr) when primary documentation is absent.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   •   Problem Resolution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OEM-Locked Sourcing Guardrails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E-Commerce Noise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intelligence pipeline to enforce strict manufacturer domain locking (whirlpool.com, se.com), guaranteeing 0 marketplace hallucinations.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5-Stage Human Steering Bar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Natural-Language Control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catalog managers to issue active directives (e.g. 'Use NEMA 4X enclosure rating for all Fluke meters') directly into the extraction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39328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Graph-Backed Series Inheritance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39328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Deduplication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 propagates verified specs across sibling SKUs instantly — cutting web scrapes by &gt;70% at $0.00 marginal LLM cost per SKU.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   •   USPs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Features Offered by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5029200"/>
          </a:xfrm>
          <a:prstGeom prst="roundRect">
            <a:avLst>
              <a:gd name="adj" fmla="val 1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Engine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Brand Disambiguation &amp; Abbreviation Expander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dirty supplier strings (APPDE → Whirlpool Corporation).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8-Digit UNSPSC Leaf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52958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items to deep leaf categories &amp; expected schemas.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05993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OEM Document Harvesting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PDFs, manuals, SDS sheets, and images.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965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9377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PDF Caching &amp; Vector 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with zero duplicate PDF processing.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843016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5843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581558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6163056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chars), Short, Long, and Marketing copy.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1600200"/>
            <a:ext cx="5468112" cy="4800600"/>
          </a:xfrm>
          <a:prstGeom prst="roundRect">
            <a:avLst>
              <a:gd name="adj" fmla="val 171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55664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Human Review Suite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55664" y="2331720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55664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React Review Console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58584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Sourcing, Attributes, Copywriting, and Delivery format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55664" y="318211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55664" y="3182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58584" y="31546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 Steering Bar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58584" y="350215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reviewers to steer extraction nodes with active text directives.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55664" y="4032504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55664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40050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Unilog CSV Exporter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58584" y="435254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compliant with Unilog master delivery specifications.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  •   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10-Node LangGraph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874520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Brand, MPN, Description feed.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7552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Taxonomy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OEM Brand &amp; 8-Digit UNSPSC Category Code.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215384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HITL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brand &amp; taxonomy audit.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Harvesting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OEM domain, downloads PDFs, hashes into ChromaDB.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82512" y="1874520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82512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50024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HITL Sourcing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0024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URL &amp; asset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0256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81344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82512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82512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050024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Extraction &amp; Graph Lookup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0024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50 attributes from PDF chunks and NetworkX series memory.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181344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382512" y="4215384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82512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050024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Confidence Scoring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0024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FIELD_SANITY rules and assigns confidence scores.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81344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382512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82512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050024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&amp; 252-Column Export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50024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Invoice Copy (≤40 chars) &amp; downloads Unilog CSV.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   •  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Dashboard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638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Sample Product Loader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 buttons for Fluke 117, 3M Cubitron II, and Whirlpool SS Dishwasher.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3542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3542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5-Stage Pipeline Progress Panel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status: Identity → Sourcing → Attributes → Copywriting → Delivery.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8446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Review Queue Console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 displaying jobs requiring review, confidence scores, and stage tags.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638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PDF Evidence Inspector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verbatim PDF text snippets alongside extracted attribute values for instant verification.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3542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3542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3542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Master Export Controls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3542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button to download Unilog_Submission.csv and save to the SQLite product database.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   •   Wireframes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of the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34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State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Review Station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REST Gateway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10-Node Supervisor State Machine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job_store.db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6804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6804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Vector &amp; Knowledge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Google API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 (all-MiniLM-L6-v2)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&amp; Trafilatura text 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532638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53263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0292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Inference Cascade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502920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local Ollama (qwen2.5:3b) — primary, $0.00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/ Gemini API — cloud fallback for complex unformatted 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   •   System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&amp;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Runtimes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JavaScript (ES6+), HTML5, CSS3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Air-Gapped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(qwen2.5:3b) — $0.00 marginal inference cost per 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1312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Fallback Cascade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312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(llama-3.3-70b-versatile) &amp; Google Gemini 1.5 Pro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Vector Frameworks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ChromaDB, Sentence-Transformers, NetworkX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SQLite 3, PyMuPDF (fitz), Trafilatura, 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11312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CSS, 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882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ROI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84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/ SKU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0" y="5230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extraction — runs entirely on air-gapped local Ollama qwen2.5:3b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~$0.001 / SKU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0" y="5230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sourcing — Serper API free tier &amp; DuckDuckGo fallback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   •   Tech Stack &amp; Cost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MVP &amp; Project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8006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 TEST CASE — WHIRLPOOL DISHWASHER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TESTED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Brand='APPDE', MPN='WDTS7024RZ', Description='Dishwasher SS'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corrected to 'Whirlpool Corporation', classified to UNSPSC 83041100 (Built-In Dishwashers).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Whirlpool Specification PDF and Owner Manual.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7274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 required Unilog attributes (Voltage: 120V, Current: 15A, Noise: 47 dBA, Tub Material: Stainless Steel).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5367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OUTPUT (INVOICE COPY, ≤40 CHARS)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56418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DISHWASHER SS 120V 15A 50-1/4IN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1600200"/>
            <a:ext cx="4370832" cy="4800600"/>
          </a:xfrm>
          <a:prstGeom prst="roundRect">
            <a:avLst>
              <a:gd name="adj" fmla="val 188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PROJECT RESOURCES &amp; CODEBASE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Backend 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localhost:8000/docs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UniHack — Product Intelligence &amp; Automated Catalog Enrichment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  •   MVP Snapshots &amp; Links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2026-08-23T12:46:18Z</dcterms:created>
  <dcterms:modified xsi:type="dcterms:W3CDTF">2026-08-23T12:46:18Z</dcterms:modified>
</cp:coreProperties>
</file>