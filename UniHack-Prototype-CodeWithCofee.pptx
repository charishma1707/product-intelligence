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70" r:id="rId21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69" r:id="rId20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>
                <a:solidFill>
                  <a:srgbClr val="0F172A"/>
                </a:solidFill>
              </a:defRPr>
            </a:pPr>
            <a:r>
              <a:t>Team Name: codewithcofee</a:t>
            </a:r>
            <a:br/>
            <a:r>
              <a:t>Team Leader Name: Charishma Alam</a:t>
            </a:r>
            <a:br/>
            <a:r>
              <a:t>Project: Autonomous Unilog Product Intelligence Pipeline</a:t>
            </a:r>
            <a:br/>
            <a:r>
              <a:t>Track: Product Intelligence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Brief About Your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4D399"/>
                </a:solidFill>
              </a:defRPr>
            </a:pPr>
            <a:r>
              <a:t>Autonomous Unilog Product Intelligence Pipeline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Core Goal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Transforms noisy, incomplete industrial distributor inputs (MPN, Brand, Short Desc) into a 252-column Unilog-compliant record.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Domain-Locked Sourcing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Restricts web search to official manufacturer domains (e.g. fluke.com, se.com) to block e-commerce noise (Amazon/eBay).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Multi-Agent LangGraph State Machine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10-node pipeline with 5 interactive Human-in-the-Loop review checkpoints.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Zero-Hallucination Evidence RAG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Every spec attribute is bound to an exact source URL, page number, confidence score, and text snippet.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Brief About Your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4D399"/>
                </a:solidFill>
              </a:defRPr>
            </a:pPr>
            <a:r>
              <a:t>Autonomous Unilog Product Intelligence Pipeline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Core Goal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Transforms noisy, incomplete industrial distributor inputs (MPN, Brand, Short Desc) into a 252-column Unilog-compliant record.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Domain-Locked Sourcing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Restricts web search to official manufacturer domains (e.g. fluke.com, se.com) to block e-commerce noise (Amazon/eBay).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Multi-Agent LangGraph State Machine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10-node pipeline with 5 interactive Human-in-the-Loop review checkpoints.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Zero-Hallucination Evidence RAG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Every spec attribute is bound to an exact source URL, page number, confidence score, and text snippet.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Q1: Minimal Product Information Enrichment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How Limited Inputs Are Transformed Into Rich Intelligence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1. Disambiguation &amp; Alias Resolution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Resolves dirty distributor codes (e.g., APPDE ➔ Whirlpool Corporation) using SQLite alias memory.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2. Abbreviation &amp; Noise Expansion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Expands industrial jargon (e.g., SS ➔ Stainless Steel, 3P ➔ 3-Pole, 24VDC ➔ 24 Volts Direct Current).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3. Leaf-Level UNSPSC Taxonomy Assignment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Maps product description to an 8-digit UNSPSC code (e.g. 83041100) and leaf attribute schema.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4. Multi-Modal Attribute Extraction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Ingests OEM PDFs and HTML, extracting up to 252 standardized Unilog fields with verified UOMs.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Q1: Minimal Product Information Enrichment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How Limited Inputs Are Transformed Into Rich Intelligence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1. Disambiguation &amp; Alias Resolution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Resolves dirty distributor codes (e.g., APPDE ➔ Whirlpool Corporation) using SQLite alias memory.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2. Abbreviation &amp; Noise Expansion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Expands industrial jargon (e.g., SS ➔ Stainless Steel, 3P ➔ 3-Pole, 24VDC ➔ 24 Volts Direct Current).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3. Leaf-Level UNSPSC Taxonomy Assignment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Maps product description to an 8-digit UNSPSC code (e.g. 83041100) and leaf attribute schema.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4. Multi-Modal Attribute Extraction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Ingests OEM PDFs and HTML, extracting up to 252 standardized Unilog fields with verified UOMs.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Q2: Accuracy &amp; Trust Verification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4D399"/>
                </a:solidFill>
              </a:defRPr>
            </a:pPr>
            <a:r>
              <a:t>Ensuring 100% Data Quality and Trust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Confidence Scoring (0.0 to 1.0)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Calculates multi-factor score based on MPN verification, source tier, evidence match, and LLM certainty.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Multi-Source &amp; OEM Priority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Prioritizes Tier-1 OEM technical datasheets over secondary distributor catalogs.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Semantic &amp; Rule-Based Validation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Catches unit and physical range errors (e.g., flags Amps extracted into Voltage field).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Human-in-the-Loop Escrow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Items with confidence &lt; 80% route to human catalog managers for 1-click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Q2: Accuracy &amp; Trust Verification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4D399"/>
                </a:solidFill>
              </a:defRPr>
            </a:pPr>
            <a:r>
              <a:t>Ensuring 100% Data Quality and Trust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Confidence Scoring (0.0 to 1.0)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Calculates multi-factor score based on MPN verification, source tier, evidence match, and LLM certainty.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Multi-Source &amp; OEM Priority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Prioritizes Tier-1 OEM technical datasheets over secondary distributor catalogs.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Semantic &amp; Rule-Based Validation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Catches unit and physical range errors (e.g., flags Amps extracted into Voltage field).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Human-in-the-Loop Escrow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Items with confidence &lt; 80% route to human catalog managers for 1-click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Q3: Enterprise Scalability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Handling Enterprise Catalogs and Continuous Updates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Large Product Catalogs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Asynchronous batch processing with FastAPI handles multi-thousand SKU CSV uploads concurrently.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SHA-256 Vector Store Deduplication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Parses and embeds identical manufacturer PDFs exactly ONCE across sibling products.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Local Zero-Cost LLM Inference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Runs air-gapped local Ollama (qwen2.5:3b) for $0.00 primary attribute extraction.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Persistent State Engine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SQLite Job Store keeps track of all SKU execution states — fully resumable across pauses.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Q3: Enterprise Scalability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Handling Enterprise Catalogs and Continuous Updates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Large Product Catalogs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Asynchronous batch processing with FastAPI handles multi-thousand SKU CSV uploads concurrently.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SHA-256 Vector Store Deduplication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Parses and embeds identical manufacturer PDFs exactly ONCE across sibling products.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Local Zero-Cost LLM Inference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Runs air-gapped local Ollama (qwen2.5:3b) for $0.00 primary attribute extraction.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Persistent State Engine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SQLite Job Store keeps track of all SKU execution states — fully resumable across pauses.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Opportunities &amp; Unique Selling Proposition (USP)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4D399"/>
                </a:solidFill>
              </a:defRPr>
            </a:pPr>
            <a:r>
              <a:t>Why Our Solution Outperforms Existing Approaches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Differentiation From Traditional Approaches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Traditional ETL relies on static regex; standard RAG hallucinates on marketplaces. Our system locks to OEM domains.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Problem Resolution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Automates 95% of catalog onboarding work while maintaining 100% source-verifiable provenance.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Top 3 System USPs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1. OEM Domain-Locked Sourcing (Zero E-Commerce Hallucinations)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2. 5-Stage Human Steering Agent with Natural Language Instructions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3. Graph-Backed Series Attribute Inheritance (Reduces Scrapes by 70%)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Opportunities &amp; Unique Selling Proposition (USP)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4D399"/>
                </a:solidFill>
              </a:defRPr>
            </a:pPr>
            <a:r>
              <a:t>Why Our Solution Outperforms Existing Approaches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Differentiation From Traditional Approaches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Traditional ETL relies on static regex; standard RAG hallucinates on marketplaces. Our system locks to OEM domains.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Problem Resolution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Automates 95% of catalog onboarding work while maintaining 100% source-verifiable provenance.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Top 3 System USPs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1. OEM Domain-Locked Sourcing (Zero E-Commerce Hallucinations)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2. 5-Stage Human Steering Agent with Natural Language Instructions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3. Graph-Backed Series Attribute Inheritance (Reduces Scrapes by 70%)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List of Features Offered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Automated Intelligence Engine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Dirty Brand Code Cleaning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Leaf UNSPSC Classification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PDF &amp; Web Datasheet Extraction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Semantic Range &amp; Unit Validation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Commercial Copywriting (Invoice, Short, Long, Marketing)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Interactive Review &amp; Memory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5-Stage React Review Dashboard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Live PDF Evidence Snippet Inspector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Natural Language Steering Agent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Self-Learning Alias Database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252-Column Unilog Standard CSV Exporter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List of Features Offered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Automated Intelligence Engine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Dirty Brand Code Cleaning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Leaf UNSPSC Classification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PDF &amp; Web Datasheet Extraction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Semantic Range &amp; Unit Validation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Commercial Copywriting (Invoice, Short, Long, Marketing)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Interactive Review &amp; Memory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5-Stage React Review Dashboard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Live PDF Evidence Snippet Inspector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Natural Language Steering Agent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Self-Learning Alias Database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252-Column Unilog Standard CSV Exporter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Process Flow &amp; Pipeline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4D399"/>
                </a:solidFill>
              </a:defRPr>
            </a:pPr>
            <a:r>
              <a:t>End-to-End Product Intelligence Flow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Raw Input (MPN, Brand, Desc) ➔ Disambiguation Node (Brand Alias &amp; Abbr)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➔ Taxonomy Node (UNSPSC 8-digit &amp; Leaf Schema) ➔ PAUSE: Review 1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➔ OEM Document Sourcing (Serper Search + SHA-256 PDF Cache) ➔ PAUSE: Review 2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➔ Series Graph Resolution (NetworkX Specification Inheritance)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➔ Attribute Extraction (Multi-modal LLM Schema Parsing) ➔ PAUSE: Review 3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➔ Validation &amp; Confidence Scoring (Semantic &amp; Unit Rules) ➔ PAUSE: Review 4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➔ Copywriting &amp; Unilog CSV Exporter ➔ Persistent DB Store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Process Flow &amp; Pipeline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4D399"/>
                </a:solidFill>
              </a:defRPr>
            </a:pPr>
            <a:r>
              <a:t>End-to-End Product Intelligence Flow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Raw Input (MPN, Brand, Desc) ➔ Disambiguation Node (Brand Alias &amp; Abbr)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➔ Taxonomy Node (UNSPSC 8-digit &amp; Leaf Schema) ➔ PAUSE: Review 1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➔ OEM Document Sourcing (Serper Search + SHA-256 PDF Cache) ➔ PAUSE: Review 2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➔ Series Graph Resolution (NetworkX Specification Inheritance)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➔ Attribute Extraction (Multi-modal LLM Schema Parsing) ➔ PAUSE: Review 3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➔ Validation &amp; Confidence Scoring (Semantic &amp; Unit Rules) ➔ PAUSE: Review 4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➔ Copywriting &amp; Unilog CSV Exporter ➔ Persistent DB Store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Frontend &amp; State Machine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React + Vite Review Dashboard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FastAPI Async REST Service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LangGraph 10-Node Supervisor State Machine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SQLite Job Store (Resumable State Persistence)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Search, Vector &amp; Knowledge Stores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Serper Google API + DDG Fallback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ChromaDB Vector Store (all-MiniLM-L6-v2)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NetworkX Knowledge Graph (Series Specs)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Ollama (qwen2.5:3b) / Groq LLM Cascade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Frontend &amp; State Machine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React + Vite Review Dashboard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FastAPI Async REST Service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LangGraph 10-Node Supervisor State Machine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SQLite Job Store (Resumable State Persistence)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Search, Vector &amp; Knowledge Stores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Serper Google API + DDG Fallback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ChromaDB Vector Store (all-MiniLM-L6-v2)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NetworkX Knowledge Graph (Series Specs)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Ollama (qwen2.5:3b) / Groq LLM Cascade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Technologies Used in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Backend &amp; AI Frameworks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Python 3.13 &amp; FastAPI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LangGraph (Agentic State Machine)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Ollama &amp; Groq (Qwen2.5 Models)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ChromaDB (Vector Database)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NetworkX (Knowledge Graph)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PyMuPDF &amp; Trafilatura (Scrapers)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Frontend &amp; Data Layer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React 18 + Vite (Tailwind / Lucide UI)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SQLite 3 (Jobs &amp; Alias Store)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Serper.dev (Google Search API)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DuckDuckGo Search (Free Fallback)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Technologies Used in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Backend &amp; AI Frameworks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Python 3.13 &amp; FastAPI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LangGraph (Agentic State Machine)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Ollama &amp; Groq (Qwen2.5 Models)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ChromaDB (Vector Database)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NetworkX (Knowledge Graph)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PyMuPDF &amp; Trafilatura (Scrapers)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Frontend &amp; Data Layer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React 18 + Vite (Tailwind / Lucide UI)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SQLite 3 (Jobs &amp; Alias Store)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Serper.dev (Google Search API)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DuckDuckGo Search (Free Fallback)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Estimated Implementation Cost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4D399"/>
                </a:solidFill>
              </a:defRPr>
            </a:pPr>
            <a:r>
              <a:t>Low-Cost / Zero-Cost Hackathon Prototype Architecture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Primary LLM Extraction Cost: $0.00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Local Ollama (qwen2.5:3b) executes primary attribute extraction with zero API fees.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Vector Storage Cost: $0.00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Embedded ChromaDB vector store runs locally on disk.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Search API Cost: ~ $0.001 / SKU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Serper API provides 2,500 free searches; DuckDuckGo fallback provides 100% free web search.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Cloud Escalation Fallback: ~ $0.002 / SKU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Groq API free tier provides high-speed cloud inference when local hardware is busy.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Estimated Implementation Cost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4D399"/>
                </a:solidFill>
              </a:defRPr>
            </a:pPr>
            <a:r>
              <a:t>Low-Cost / Zero-Cost Hackathon Prototype Architecture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Primary LLM Extraction Cost: $0.00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Local Ollama (qwen2.5:3b) executes primary attribute extraction with zero API fees.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Vector Storage Cost: $0.00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Embedded ChromaDB vector store runs locally on disk.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Search API Cost: ~ $0.001 / SKU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Serper API provides 2,500 free searches; DuckDuckGo fallback provides 100% free web search.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Cloud Escalation Fallback: ~ $0.002 / SKU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Groq API free tier provides high-speed cloud inference when local hardware is busy.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Snapshots of the MVP (Whirlpool Dishwasher Benchmark)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Input &amp; Resolution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Raw Input: Brand='APPDE' | MPN='WDTS7024RZ'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Brand Corrected: Whirlpool Corporation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UNSPSC: 83041100 (Built-In Dishwashers)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Abbreviation: 'SS' ➔ Stainless Steel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Output &amp; Performance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Attributes Yield: 31 / 31 Extracted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Overall Confidence: 91%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Invoice Desc: 'DISHWASHER SS 120V 15A 50-1/4IN'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Source Evidence: Official Whirlpool PDF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Snapshots of the MVP (Whirlpool Dishwasher Benchmark)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Input &amp; Resolution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Raw Input: Brand='APPDE' | MPN='WDTS7024RZ'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Brand Corrected: Whirlpool Corporation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UNSPSC: 83041100 (Built-In Dishwashers)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Abbreviation: 'SS' ➔ Stainless Steel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371600"/>
            <a:ext cx="5486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Output &amp; Performance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Attributes Yield: 31 / 31 Extracted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Overall Confidence: 91%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Invoice Desc: 'DISHWASHER SS 120V 15A 50-1/4IN'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Source Evidence: Official Whirlpool PDF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Future Development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38BDF8"/>
                </a:solidFill>
              </a:defRPr>
            </a:pPr>
            <a:r>
              <a:t>Next Steps for Enterprise Production Deployment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1. Multi-Modal Vision Model Integration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Extract technical specs directly from 2D engineering CAD blueprints and image diagrams.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2. Automated ERP / PIM Connectors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Direct REST &amp; Webhook synchronization with SAP, STEP, and Akeneo PIM systems.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3. Automated Multilingual Translation</a:t>
            </a:r>
          </a:p>
          <a:p>
            <a:pPr lvl="1">
              <a:defRPr sz="1400" b="0">
                <a:solidFill>
                  <a:srgbClr val="94A3B8"/>
                </a:solidFill>
              </a:defRPr>
            </a:pPr>
            <a:r>
              <a:t>Translate Unilog specifications into European and Asian localized catalogs automatically.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