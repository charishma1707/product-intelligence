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554480"/>
            <a:ext cx="146304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103120"/>
            <a:ext cx="11887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2651760"/>
            <a:ext cx="155448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914400"/>
            <a:ext cx="2286000" cy="228600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914400"/>
            <a:ext cx="2560320" cy="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10058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0" y="155448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210312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0" y="265176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320040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0" y="91440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14630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Unilog Product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Pipeline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Multi-Agent Sourcing, Evidence RAG &amp; Human-in-the-Loop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44348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 — Unilog Catalog Automation Framework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3717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483717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   ·   Team Leader: Charishma Alam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2395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STANDARD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523951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Unilog 252-Column Master Catalog E-Commerce CSV Standard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6418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564184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   •   Cover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&amp; Key Performance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codewithcofee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090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Charishma Alam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895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1513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&amp; Automated Catalog Enrichment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46320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 Reduction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catalog data entry falls from 100+ hours to under 30 seconds per SKU.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02752" y="1691640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31352" y="185623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531352" y="2560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Inference Cost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1352" y="2926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local air-gapped Ollama (qwen2.5:3b) with Groq / Gemini API cloud fallback.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846320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value is bound to exact PDF URL, page number, confidence score &amp; text snippet.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4279392"/>
            <a:ext cx="3429000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31352" y="4443984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531352" y="514807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Attributes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31352" y="5513832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formatted directly into Unilog's master delivery CSV structure.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   •   Team &amp; Snapshot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About Your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supplier feeds arrive dirty (e.g. 'APPDE' instead of 'Whirlpool Corporation', 'Dishwasher SS'), missing specifications, and unformatted. Catalog teams waste 100+ manual hours per catalog finding datasheets.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212848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10-node state machine built on LangGraph that transforms 3 dirty input strings (Brand, MPN, Description) into a complete 252-column Unilog record in under 30 seconds.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ARCHITECTURAL PILLARS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Domain-Locked Sourcing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marketplace noise (Amazon/eBay) by locking retrieval strictly to official manufacturer domains (whirlpool.com, se.com, fluke.com).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Zero-Hallucination Evidence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PDFs/HTML into ChromaDB vector store. Every attribute is bound to exact source URL, page number, confidence score, and text snippet.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83296" y="4370832"/>
            <a:ext cx="3648456" cy="1874520"/>
          </a:xfrm>
          <a:prstGeom prst="roundRect">
            <a:avLst>
              <a:gd name="adj" fmla="val 439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39328" y="4626864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8339328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39328" y="52395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Human-in-the-Loop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5696712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low-confidence items (&lt;80%) to human catalog managers for 1-click review and natural language AI steering.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   •   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enrich minimal product information?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73936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73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Disambiguation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node_identity()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92040" y="1673352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supplier text (e.g. 'APPDE', 'Square D'). Cross-references SQLite Brand Alias bank &amp; NetworkX Knowledge Graph to resolve true OEM name ('Whirlpool Corporation'). Expands industrial abbreviations ('SS' → 'Stainless Steel').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761488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6609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Taxonomy &amp; UNSPSC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449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node_taxonomy()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product context to an 8-Digit UNSPSC Leaf Category Code (e.g. 83041100 for Built-In Dishwashers) and selects the 252-column leaf schema, suppressing non-applicable fields.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75304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749040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64845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OEM Sourcing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03250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node_retrieve()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648456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official spec PDFs, manuals, installation guides, SDS documents, and images. Implements SHA-256 PDF caching to eliminate duplicate downloads.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621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736592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36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508760" y="463600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RAG &amp; Graph Inheritance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02005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node_extract()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636008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ChromaDB vector chunks and checks NetworkX Series Memory to extract up to 50 structured attribute triplets (LABEL / VALUE / UOM).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724144"/>
            <a:ext cx="566928" cy="5669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7241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56235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6007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 ·  node_copywrite()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5623560"/>
            <a:ext cx="65653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chars, e.g. 'DISHWASHER SS 120V 15A 50-1/4IN'), Short &amp; Long Copy, Marketing Bullets (1..20), and standardized asset filenames.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   •   Enrichment Strategy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solution ensure accuracy and trust?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64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Source-Tiering &amp; Anti-Hallucination Prompts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60020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Tier-1 OEM technical documentation over third-party distributor text. If an attribute is missing, prompts return null instead of guessing.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2432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560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Evidence Provenance Anchors (FieldValue)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carries 6 proof anchors: Raw Value, Standardized UOM, Source URL, PDF Page Number, Confidence Score (0.00–1.00), and Cropped PDF Text Snippet.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8444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84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520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Semantic Validation (node_validate)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06440" y="352044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_is_invalid_garbage checks, FIELD_SANITY physical range limits (e.g. current 0.1A–1600A), and _split_uom unit splitters.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54456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445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4805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5-Tier Confidence Scoring Algorithm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448056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Human Verified · 95% KG Series Inheritance · 90% Direct Vector RAG PDF Match · 80% Multi-source Web Consensus · &lt;80% Flagged for Review.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504688"/>
            <a:ext cx="548640" cy="5486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046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440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Human-in-the-Loop Review Station (HITLReview.jsx)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06440" y="5440680"/>
            <a:ext cx="56509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low-confidence items at 5 checkpoints (Identity, Sourcing, Attributes, Copywriting, Delivery) with Implicit Confidence Boosting on approval.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   •   Accuracy &amp; Trust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solution scalable for enterprise catalogs?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Multi-Thousand SKU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FastAPI async execution loops and SQLite job_store.db state serialization. Multi-thousand SKU files stream real-time updates without memory leaks.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1892808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4304" y="1856232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New Manufacturer &amp; Document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7376" y="2560320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multi-format parsers (PyMuPDF fitz, trafilatura, pdfplumber) and guess_mfr_domain LLM fallback resolve new manufacturer domains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Store Deduplication &amp; Knowledge Graph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1,000 SKUs share a 50-page master catalog PDF, it's embedded in ChromaDB EXACTLY ONCE — cutting vector storage &amp; scraping bandwidth by &gt;90%.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4297680"/>
            <a:ext cx="438912" cy="43891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4297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4304" y="4261104"/>
            <a:ext cx="4416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Air-Gapped Local Model Cost Architecture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7376" y="4965192"/>
            <a:ext cx="4956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extraction runs on air-gapped local Ollama (qwen2.5:3b), costing $0.00 in LLM API fees per SKU. Groq / Gemini API cascade serves as secondary fallback.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   •   Scalability &amp;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different is it from other existing ideas?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Scraping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catalog scrapers rely on XPath and regex rules that break whenever manufacturer websites update their layout.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2043684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806440" y="20436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1691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RAG Extraction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 uses semantic vector RAG to read unstructured PDF spec sheets and tables dynamically.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218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Marketplace Crawlers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tools hallucinate by scraping third-party listings (Amazon, eBay, Walmart) containing user errors.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3570732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35707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32186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493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OEM-Domain Guardrails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858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locked strictly to official manufacturer domains (e.g. fluke.com, 3m.com).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608576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745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automated tools offer no visual proof of where a value came from.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06440" y="5097780"/>
            <a:ext cx="438912" cy="43891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50977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474573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DEEPFLOWSHIELD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Provenance &amp; NL Steering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538581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 is bound to verbatim PDF snippets and can be actively steered via a natural language AI prompt bar.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   •   Differentiators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it solve the problem statement given?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95% of Manual Onboarding Effort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web searching, PDF downloading, and spreadsheet copy-pasting with an automated 10-node agent pipeline executing in under 30 seconds.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81344" y="1691640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192024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37376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37376" y="256032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Compliance with Unilog's 252-Column Standard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37376" y="3200400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extracted attributes directly into Unilog's delivery CSV structure (LABEL 1..50, VALUE 1..50, UOM 1..50), eliminating formatting errors.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Abbreviation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expands industrial supplier shorthand ('SS'→'Stainless Steel', 'MTR'→'Motor', 'APPDE'→'Whirlpool Corporation') into clean master catalog 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1344" y="4096512"/>
            <a:ext cx="5468112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432511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37376" y="496519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Edge-Case Data Gaps via Multi-Tier Sourcing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37376" y="5605272"/>
            <a:ext cx="4956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from primary OEM PDFs to verified industrial distributor pages (Grainger, Zoro, McMaster-Carr) when primary documentation is absent.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   •   Problem Resolution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Propositions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OEM-Locked Sourcing Guardrails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04672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E-Commerce Noise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 intelligence pipeline to enforce strict manufacturer domain locking (whirlpool.com, se.com), guaranteeing 0 marketplace hallucinations.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5-Stage Human Steering Bar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Natural-Language Control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catalog managers to issue active directives (e.g. 'Use NEMA 4X enclosure rating for all Fluke meters') directly into the extraction pipeline.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737360"/>
            <a:ext cx="3648456" cy="4160520"/>
          </a:xfrm>
          <a:prstGeom prst="roundRect">
            <a:avLst>
              <a:gd name="adj" fmla="val 225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965960"/>
            <a:ext cx="3136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9328" y="288036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Graph-Backed Series Inheritance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39328" y="3749040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Vector Deduplication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4206240"/>
            <a:ext cx="31363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 propagates verified specs across sibling SKUs instantly — cutting web scrapes by &gt;70% at $0.00 marginal LLM cost per SKU.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   •   USPs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Features Offered by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5029200"/>
          </a:xfrm>
          <a:prstGeom prst="roundRect">
            <a:avLst>
              <a:gd name="adj" fmla="val 163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Engine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Brand Disambiguation &amp; Abbreviation Expander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dirty supplier strings (APPDE → Whirlpool Corporation).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18211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8-Digit UNSPSC Leaf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52958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items to deep leaf categories &amp; expected schemas.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087368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87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4059936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OEM Document Harvesting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spec PDFs, manuals, SDS sheets, and images.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65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93776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PDF Caching &amp; Vector 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528523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with zero duplicate PDF processing.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843016"/>
            <a:ext cx="329184" cy="32918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843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5815584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Copywriting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6163056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Invoice Description (≤40 chars), Short, Long, and Marketing copy.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1600200"/>
            <a:ext cx="5468112" cy="4800600"/>
          </a:xfrm>
          <a:prstGeom prst="roundRect">
            <a:avLst>
              <a:gd name="adj" fmla="val 171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55664" y="1810512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Human Review Suite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55664" y="2331720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6455664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2304288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React Review Console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58584" y="2651760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Sourcing, Attributes, Copywriting, and Delivery format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55664" y="318211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31821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58584" y="315468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AI Steering Bar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58584" y="3502152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reviewers to steer extraction nodes with active text directives.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55664" y="4032504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5"/>
          <p:cNvSpPr/>
          <p:nvPr/>
        </p:nvSpPr>
        <p:spPr>
          <a:xfrm>
            <a:off x="6455664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58584" y="4005072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Unilog CSV Exporter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58584" y="4352544"/>
            <a:ext cx="4416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export compliant with Unilog master delivery specifications.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   •   Features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— 10-Node LangGraph State Machine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dirty Brand, MPN, Description feed.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87552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Taxonomy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OEM Brand &amp; 8-Digit UNSPSC Category Code.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87552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215384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— HITL Identity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brand &amp; taxonomy audit.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87552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Harvesting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OEM domain, downloads PDFs, hashes into ChromaDB.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600200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6213A"/>
          </a:solidFill>
          <a:ln/>
        </p:spPr>
      </p:sp>
      <p:sp>
        <p:nvSpPr>
          <p:cNvPr id="28" name="Shape 26"/>
          <p:cNvSpPr/>
          <p:nvPr/>
        </p:nvSpPr>
        <p:spPr>
          <a:xfrm>
            <a:off x="6382512" y="1874520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1874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050024" y="1691640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— HITL Sourcing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0024" y="205740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for human URL &amp; asset audit.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0256" y="2624328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181344" y="2770632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82512" y="3044952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5" name="Text 33"/>
          <p:cNvSpPr/>
          <p:nvPr/>
        </p:nvSpPr>
        <p:spPr>
          <a:xfrm>
            <a:off x="6382512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050024" y="2862072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Extraction &amp; Graph Lookup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0024" y="322783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50 attributes from PDF chunks and NetworkX series memory.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0256" y="3794760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6181344" y="3941064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</p:sp>
      <p:sp>
        <p:nvSpPr>
          <p:cNvPr id="40" name="Shape 38"/>
          <p:cNvSpPr/>
          <p:nvPr/>
        </p:nvSpPr>
        <p:spPr>
          <a:xfrm>
            <a:off x="6382512" y="4215384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4215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7050024" y="4032504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Confidence Scoring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50024" y="43982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FIELD_SANITY rules and assigns confidence scores.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20256" y="4965192"/>
            <a:ext cx="914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181344" y="5111496"/>
            <a:ext cx="5468112" cy="1024128"/>
          </a:xfrm>
          <a:prstGeom prst="roundRect">
            <a:avLst>
              <a:gd name="adj" fmla="val 8036"/>
            </a:avLst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6382512" y="5385816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6382512" y="5385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7050024" y="5202936"/>
            <a:ext cx="4370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&amp; 252-Column Export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050024" y="55686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Invoice Copy (≤40 chars) &amp; downloads Unilog CSV.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   •   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Dashboard Interface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Sample Product Loader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demo buttons for Fluke 117, 3M Cubitron II, and Whirlpool SS Dishwasher.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5-Stage Pipeline Progress Panel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3542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status: Identity → Sourcing → Attributes → Copywriting → Delivery.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91109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49631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Review Queue Console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84464" y="3154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table displaying jobs requiring review, confidence scores, and stage tags.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638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PDF Evidence Inspector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verbatim PDF text snippets alongside extracted attribute values for instant verification.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96512"/>
            <a:ext cx="3584448" cy="2240280"/>
          </a:xfrm>
          <a:prstGeom prst="roundRect">
            <a:avLst>
              <a:gd name="adj" fmla="val 367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5424" y="4315968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4315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35424" y="490118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252-Column Master Export Controls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35424" y="55595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button to download Unilog_Submission.csv and save to the SQLite product database.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   •   Wireframes &amp;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of the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454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45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State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Review Station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Async REST Gateway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10-Node Supervisor State Machine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job_store.db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046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804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33832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Vector &amp; Knowledge Stores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338328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Serper.dev Google API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DB (all-MiniLM-L6-v2)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Knowledge Graph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&amp; Trafilatura text extraction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1672" cy="150876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326380"/>
            <a:ext cx="640080" cy="6400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3263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502920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Inference Cascade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5029200"/>
            <a:ext cx="6062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local Ollama (qwen2.5:3b) — primary, $0.00</a:t>
            </a:r>
            <a:endParaRPr lang="en-US" sz="1050" dirty="0"/>
          </a:p>
          <a:p>
            <a:pPr marL="342900" indent="-342900">
              <a:lnSpc>
                <a:spcPct val="11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/ Gemini API — cloud fallback for complex unformatted documents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   •   System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 &amp; Cost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Runtimes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3.13, JavaScript (ES6+), HTML5, CSS3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Air-Gapped LLM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(qwen2.5:3b) — $0.00 marginal inference cost per 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37360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Fallback Cascade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1312" y="2084832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(llama-3.3-70b-versatile) &amp; Google Gemini 1.5 Pro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Vector Frameworks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ChromaDB, Sentence-Transformers, NetworkX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Infrastructure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SQLite 3, PyMuPDF (fitz), Trafilatura, Requests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163824"/>
            <a:ext cx="3584448" cy="141732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11312" y="3300984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&amp; 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1312" y="3648456"/>
            <a:ext cx="3182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CSS, Lucide Icons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882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 &amp; ROI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84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 / SKU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57600" y="52303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extraction — runs entirely on air-gapped local Ollama qwen2.5:3b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518464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~$0.001 / SKU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0" y="5230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sourcing — Serper API free tier &amp; DuckDuckGo fallback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   •   Tech Stack &amp; Cost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the MVP &amp; Project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37960" cy="480060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BENCHMARK TEST CASE — WHIRLPOOL DISHWASHER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TESTED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Brand='APPDE', MPN='WDTS7024RZ', Description='Dishwasher SS'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RESOLUTION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644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corrected to 'Whirlpool Corporation', classified to UNSPSC 83041100 (Built-In Dishwashers).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SOURCED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99592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Whirlpool Specification PDF and Owner Manual.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EXTRACTED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72744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31/31 required Unilog attributes (Voltage: 120V, Current: 15A, Noise: 47 dBA, Tub Material: Stainless Steel).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621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367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OUTPUT (INVOICE COPY, ≤40 CHARS)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56418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DISHWASHER SS 120V 15A 50-1/4IN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69480" y="1600200"/>
            <a:ext cx="4370832" cy="4800600"/>
          </a:xfrm>
          <a:prstGeom prst="roundRect">
            <a:avLst>
              <a:gd name="adj" fmla="val 188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810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PROJECT RESOURCES &amp; CODEBASE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4380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github.com/Charishma1707/product-intelligence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Frontend Dashboard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54380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4380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Backend 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43800" y="4526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localhost:8000/docs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43800" y="5806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UniHack — Product Intelligence &amp; Automated Catalog Enrichment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  •   MVP Snapshots &amp; Links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2026-08-23T12:46:18Z</dcterms:created>
  <dcterms:modified xsi:type="dcterms:W3CDTF">2026-08-23T12:46:18Z</dcterms:modified>
</cp:coreProperties>
</file>