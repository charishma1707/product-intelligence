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6"/>
    <p:sldId id="272" r:id="rId27"/>
    <p:sldId id="273" r:id="rId28"/>
    <p:sldId id="274" r:id="rId29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TextBox 99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Autonomous Unilog Product Intelligence Pipeline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DeepFlowShield — High-Accuracy Multi-Agent Sourcing &amp; Evidence RAG System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SUBMISSION METADATA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Track: </a:t>
            </a:r>
            <a:r>
              <a:rPr b="0" sz="1100">
                <a:solidFill>
                  <a:srgbClr val="1E293B"/>
                </a:solidFill>
              </a:rPr>
              <a:t>Product Intelligence &amp; Automated Catalog Enrichment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Team Name: </a:t>
            </a:r>
            <a:r>
              <a:rPr b="0" sz="1100">
                <a:solidFill>
                  <a:srgbClr val="1E293B"/>
                </a:solidFill>
              </a:rPr>
              <a:t>codewithcofee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Team Leader: </a:t>
            </a:r>
            <a:r>
              <a:rPr b="0" sz="1100">
                <a:solidFill>
                  <a:srgbClr val="1E293B"/>
                </a:solidFill>
              </a:rPr>
              <a:t>Charishma Alam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Target Standard: </a:t>
            </a:r>
            <a:r>
              <a:rPr b="0" sz="1100">
                <a:solidFill>
                  <a:srgbClr val="1E293B"/>
                </a:solidFill>
              </a:rPr>
              <a:t>Unilog 252-Column Master Catalog E-Commerce CSV Standard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Repository: </a:t>
            </a:r>
            <a:r>
              <a:rPr b="0" sz="1100">
                <a:solidFill>
                  <a:srgbClr val="1E293B"/>
                </a:solidFill>
              </a:rPr>
              <a:t>https://github.com/Charishma1707/product-intelligence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TextBox 106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Team Details &amp; Performance Snapshot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8640" y="1005840"/>
            <a:ext cx="82296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TEAM INFORMATION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Team Name: </a:t>
            </a:r>
            <a:r>
              <a:rPr b="0" sz="1100">
                <a:solidFill>
                  <a:srgbClr val="1E293B"/>
                </a:solidFill>
              </a:rPr>
              <a:t>codewithcofee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Team Leader Name: </a:t>
            </a:r>
            <a:r>
              <a:rPr b="0" sz="1100">
                <a:solidFill>
                  <a:srgbClr val="1E293B"/>
                </a:solidFill>
              </a:rPr>
              <a:t>Charishma Alam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Track: </a:t>
            </a:r>
            <a:r>
              <a:rPr b="0" sz="1100">
                <a:solidFill>
                  <a:srgbClr val="1E293B"/>
                </a:solidFill>
              </a:rPr>
              <a:t>Product Intelligence &amp; Automated Catalog Enrichment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SYSTEM PERFORMANCE BENCHMARKS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95% Onboarding Time Reduction: </a:t>
            </a:r>
            <a:r>
              <a:rPr b="0" sz="1100">
                <a:solidFill>
                  <a:srgbClr val="1E293B"/>
                </a:solidFill>
              </a:rPr>
              <a:t>Reduces manual catalog data entry from 100+ hours to under 30 seconds per SKU.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$0.00 Primary Inference Cost: </a:t>
            </a:r>
            <a:r>
              <a:rPr b="0" sz="1100">
                <a:solidFill>
                  <a:srgbClr val="1E293B"/>
                </a:solidFill>
              </a:rPr>
              <a:t>Powered by local air-gapped Ollama (qwen2.5:3b) with Groq / Gemini API cloud fallback.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Transparent Confidence Rationale: </a:t>
            </a:r>
            <a:r>
              <a:rPr b="0" sz="1100">
                <a:solidFill>
                  <a:srgbClr val="1E293B"/>
                </a:solidFill>
              </a:rPr>
              <a:t>Low confidence indicates unverified baseline extractions in escrow; 100% confidence achieved upon Human Manager Approval.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Multi-Stage Human Intervention: </a:t>
            </a:r>
            <a:r>
              <a:rPr b="0" sz="1100">
                <a:solidFill>
                  <a:srgbClr val="1E293B"/>
                </a:solidFill>
              </a:rPr>
              <a:t>Catalog managers can steer or override data at Stage 1 (Identity), 2 (Sourcing), 3 (Attributes), 4 (Copywriting), and 5 (Final Gate).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TextBox 112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Brief about your solution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Autonomous Unilog Product Intelligence Engine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PROBLEM &amp; PROPOSED SOLUTION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Problem Addressed: </a:t>
            </a:r>
            <a:r>
              <a:rPr b="0" sz="1100">
                <a:solidFill>
                  <a:srgbClr val="1E293B"/>
                </a:solidFill>
              </a:rPr>
              <a:t>Industrial supplier feeds arrive dirty (e.g. 'APPDE' instead of 'Whirlpool', 'Dishwasher SS'), missing specifications, and unformatted. Catalog teams waste 100+ manual hours per catalog finding datasheets.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Proposed Solution: </a:t>
            </a:r>
            <a:r>
              <a:rPr b="0" sz="1100">
                <a:solidFill>
                  <a:srgbClr val="1E293B"/>
                </a:solidFill>
              </a:rPr>
              <a:t>A 10-node state machine built on LangGraph that transforms 3 dirty input strings into a complete 252-column Unilog record in under 30 seconds.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THREE CORE ARCHITECTURAL PILLARS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1. OEM-Locked Sourcing: </a:t>
            </a:r>
            <a:r>
              <a:rPr b="0" sz="1100">
                <a:solidFill>
                  <a:srgbClr val="1E293B"/>
                </a:solidFill>
              </a:rPr>
              <a:t>Bypasses marketplace noise (Amazon/eBay) by locking retrieval strictly to official manufacturer domains (whirlpool.com, se.com, fluke.com).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2. Zero-Hallucination RAG: </a:t>
            </a:r>
            <a:r>
              <a:rPr b="0" sz="1100">
                <a:solidFill>
                  <a:srgbClr val="1E293B"/>
                </a:solidFill>
              </a:rPr>
              <a:t>Ingests spec PDFs/HTML into ChromaDB vector store with verbatim proof snippets.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3. Multi-Stage HITL Escrow Dashboard: </a:t>
            </a:r>
            <a:r>
              <a:rPr b="0" sz="1100">
                <a:solidFill>
                  <a:srgbClr val="1E293B"/>
                </a:solidFill>
              </a:rPr>
              <a:t>Routes unverified or low-confidence items (&lt;80%) to human catalog managers for stage-by-stage intervention &amp; 1-click approval.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TextBox 118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1. How does your solution enrich minimal product information?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Multi-Pass Transformation of Limited Inputs into Rich Product Intelligence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FIVE-PHASE PIPELINE TRANSFORMATION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Phase 1 — Identity Disambiguation: </a:t>
            </a:r>
            <a:r>
              <a:rPr b="0" sz="1100">
                <a:solidFill>
                  <a:srgbClr val="1E293B"/>
                </a:solidFill>
              </a:rPr>
              <a:t>Ingests dirty text ('APPDE'). Resolves true OEM ('Whirlpool Corporation') and expands jargon ('SS' -&gt; 'Stainless Steel').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Phase 2 — UNSPSC Leaf Taxonomy: </a:t>
            </a:r>
            <a:r>
              <a:rPr b="0" sz="1100">
                <a:solidFill>
                  <a:srgbClr val="1E293B"/>
                </a:solidFill>
              </a:rPr>
              <a:t>Maps item to 8-Digit UNSPSC Leaf Code (83041100 for Dishwashers) and selects 252-column expected schema.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Phase 3 — Multi-Modal OEM Sourcing: </a:t>
            </a:r>
            <a:r>
              <a:rPr b="0" sz="1100">
                <a:solidFill>
                  <a:srgbClr val="1E293B"/>
                </a:solidFill>
              </a:rPr>
              <a:t>Discovers official specification PDFs, manuals, installation guides, and images with SHA-256 caching.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Phase 4 — Vector RAG &amp; Graph Inheritance: </a:t>
            </a:r>
            <a:r>
              <a:rPr b="0" sz="1100">
                <a:solidFill>
                  <a:srgbClr val="1E293B"/>
                </a:solidFill>
              </a:rPr>
              <a:t>Queries ChromaDB vector chunks and checks NetworkX Series Memory to extract 50 structured attribute triplets.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Phase 5 — Commercial Copywriting &amp; Delivery: </a:t>
            </a:r>
            <a:r>
              <a:rPr b="0" sz="1100">
                <a:solidFill>
                  <a:srgbClr val="1E293B"/>
                </a:solidFill>
              </a:rPr>
              <a:t>Synthesizes Invoice Copy (&lt;=40 chars), Short, Long, and Marketing copy with final Human Approval Escrow.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TextBox 124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2. How does your solution ensure accuracy and trust in generated data?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Multi-Tier Verification Strategy: Confidence Rationale, Provenance &amp; Multi-Stage HITL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FIVE-LAYER ACCURACY SAFEGUARDS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1. Transparent Confidence Rationale: </a:t>
            </a:r>
            <a:r>
              <a:rPr b="0" sz="1100">
                <a:solidFill>
                  <a:srgbClr val="1E293B"/>
                </a:solidFill>
              </a:rPr>
              <a:t>Clearly displays why scores differ: Unverified AI extractions stay at ~75% baseline in escrow until reviewed; Human Manager approval boosts to 100%.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2. Verifiable Evidence Anchors: </a:t>
            </a:r>
            <a:r>
              <a:rPr b="0" sz="1100">
                <a:solidFill>
                  <a:srgbClr val="1E293B"/>
                </a:solidFill>
              </a:rPr>
              <a:t>Binds every field to Raw Value, Standard UOM, Source URL, PDF Page, Score, and Text Snippet.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3. Deterministic Validation: </a:t>
            </a:r>
            <a:r>
              <a:rPr b="0" sz="1100">
                <a:solidFill>
                  <a:srgbClr val="1E293B"/>
                </a:solidFill>
              </a:rPr>
              <a:t>Runs _is_invalid_garbage filters, FIELD_SANITY range rules, and UOM splitters.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4. Stage-by-Stage Human Intervention: </a:t>
            </a:r>
            <a:r>
              <a:rPr b="0" sz="1100">
                <a:solidFill>
                  <a:srgbClr val="1E293B"/>
                </a:solidFill>
              </a:rPr>
              <a:t>Allows human managers to choose intervention at ANY stage (Identity, Sourcing, Attributes, Copywriting, Delivery).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5. Final Delivery Escrow Gate: </a:t>
            </a:r>
            <a:r>
              <a:rPr b="0" sz="1100">
                <a:solidFill>
                  <a:srgbClr val="1E293B"/>
                </a:solidFill>
              </a:rPr>
              <a:t>Mandates human sign-off on final 252-column export to guarantee 100% catalog compliance.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TextBox 130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3. What makes your solution scalable for enterprise product catalogs?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Enterprise Scaling: Async Concurrency, SHA-256 Vector Caching &amp; $0 Cost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ENTERPRISE SCALABILITY ARCHITECTURE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1. Multi-Thousand SKU Concurrency: </a:t>
            </a:r>
            <a:r>
              <a:rPr b="0" sz="1100">
                <a:solidFill>
                  <a:srgbClr val="1E293B"/>
                </a:solidFill>
              </a:rPr>
              <a:t>FastAPI async execution loops &amp; SQLite job_store.db state serialization stream batch progress cleanly.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2. Generic Multi-Format Parsers: </a:t>
            </a:r>
            <a:r>
              <a:rPr b="0" sz="1100">
                <a:solidFill>
                  <a:srgbClr val="1E293B"/>
                </a:solidFill>
              </a:rPr>
              <a:t>Ingests PDF text/tables via PyMuPDF, HTML via trafilatura, and resolves new OEM domains automatically.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3. SHA-256 Vector Deduplication: </a:t>
            </a:r>
            <a:r>
              <a:rPr b="0" sz="1100">
                <a:solidFill>
                  <a:srgbClr val="1E293B"/>
                </a:solidFill>
              </a:rPr>
              <a:t>Embeds shared catalog PDFs into ChromaDB EXACTLY ONCE, cutting scraping bandwidth by &gt;90%.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4. $0.00 Local Inference Architecture: </a:t>
            </a:r>
            <a:r>
              <a:rPr b="0" sz="1100">
                <a:solidFill>
                  <a:srgbClr val="1E293B"/>
                </a:solidFill>
              </a:rPr>
              <a:t>Primary extraction runs on local Ollama (qwen2.5:3b). Groq / Gemini API serve as cloud fallback.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TextBox 136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Opportunities: How different is it from any of the other existing ideas?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48640" y="1005840"/>
            <a:ext cx="82296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KEY DIFFERENTIATORS VS TRADITIONAL TOOLS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Semantic RAG vs Rigid Scraping: </a:t>
            </a:r>
            <a:r>
              <a:rPr b="0" sz="1100">
                <a:solidFill>
                  <a:srgbClr val="1E293B"/>
                </a:solidFill>
              </a:rPr>
              <a:t>Legacy XPath scrapers break when websites update. Our system uses semantic RAG to read unstructured PDF spec sheets dynamically.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OEM Guardrails vs Marketplace Noise: </a:t>
            </a:r>
            <a:r>
              <a:rPr b="0" sz="1100">
                <a:solidFill>
                  <a:srgbClr val="1E293B"/>
                </a:solidFill>
              </a:rPr>
              <a:t>Generic AI tools hallucinate by scraping third-party listings (Amazon/eBay). We lock retrieval strictly to official OEM domains.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Visual Provenance vs Black-Box AI: </a:t>
            </a:r>
            <a:r>
              <a:rPr b="0" sz="1100">
                <a:solidFill>
                  <a:srgbClr val="1E293B"/>
                </a:solidFill>
              </a:rPr>
              <a:t>Every extracted value is backed by cropped PDF text snippets and can be actively steered by human catalog managers.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TextBox 142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Opportunities: How will it be able to solve the problem statement given?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48640" y="1005840"/>
            <a:ext cx="82296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DIRECT PROBLEM STATEMENT RESOLUTION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Eliminates 95% Manual Effort: </a:t>
            </a:r>
            <a:r>
              <a:rPr b="0" sz="1100">
                <a:solidFill>
                  <a:srgbClr val="1E293B"/>
                </a:solidFill>
              </a:rPr>
              <a:t>Replaces web searching, PDF reading, and copy-pasting with automated 10-node agent execution under 30s.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252-Column Unilog Compliance: </a:t>
            </a:r>
            <a:r>
              <a:rPr b="0" sz="1100">
                <a:solidFill>
                  <a:srgbClr val="1E293B"/>
                </a:solidFill>
              </a:rPr>
              <a:t>Formats extracted attributes directly into Unilog's delivery CSV structure.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Self-Learning Abbreviation Expander: </a:t>
            </a:r>
            <a:r>
              <a:rPr b="0" sz="1100">
                <a:solidFill>
                  <a:srgbClr val="1E293B"/>
                </a:solidFill>
              </a:rPr>
              <a:t>Normalizes dirty supplier shorthand ('SS' -&gt; 'Stainless Steel', 'MTR' -&gt; 'Motor').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Multi-Tier Sourcing Fallbacks: </a:t>
            </a:r>
            <a:r>
              <a:rPr b="0" sz="1100">
                <a:solidFill>
                  <a:srgbClr val="1E293B"/>
                </a:solidFill>
              </a:rPr>
              <a:t>Falls back gracefully to approved industrial distributors (Grainger, Zoro) if primary OEM PDFs are absent.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TextBox 148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Opportunities: Unique Selling Proposition (USP) of the proposed solution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48640" y="1005840"/>
            <a:ext cx="82296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TOP 3 UNIQUE SELLING PROPOSITIONS (USP)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1. OEM-Locked Sourcing Guardrails: </a:t>
            </a:r>
            <a:r>
              <a:rPr b="0" sz="1100">
                <a:solidFill>
                  <a:srgbClr val="1E293B"/>
                </a:solidFill>
              </a:rPr>
              <a:t>Guarantees zero e-commerce marketplace hallucinations by domain-locking retrieval.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2. Natural Language AI Steering Bar: </a:t>
            </a:r>
            <a:r>
              <a:rPr b="0" sz="1100">
                <a:solidFill>
                  <a:srgbClr val="1E293B"/>
                </a:solidFill>
              </a:rPr>
              <a:t>Empowers catalog managers to issue live directives into extraction nodes during review.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3. Graph-Backed Series Inheritance: </a:t>
            </a:r>
            <a:r>
              <a:rPr b="0" sz="1100">
                <a:solidFill>
                  <a:srgbClr val="1E293B"/>
                </a:solidFill>
              </a:rPr>
              <a:t>NetworkX Knowledge Graph propagates specs across sibling SKUs, cutting web calls by &gt;70%.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TextBox 154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List of features offered by the solution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48640" y="1005840"/>
            <a:ext cx="82296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AUTOMATED PIPELINE ENGINE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• Dirty Brand Disambiguation &amp; Abbreviation Expander: </a:t>
            </a:r>
            <a:r>
              <a:rPr b="0" sz="1100">
                <a:solidFill>
                  <a:srgbClr val="1E293B"/>
                </a:solidFill>
              </a:rPr>
              <a:t>Normalizes dirty supplier strings.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• 8-Digit UNSPSC Leaf Classification: </a:t>
            </a:r>
            <a:r>
              <a:rPr b="0" sz="1100">
                <a:solidFill>
                  <a:srgbClr val="1E293B"/>
                </a:solidFill>
              </a:rPr>
              <a:t>Maps items to deep leaf categories &amp; expected schemas.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• Multi-Pass OEM Document Harvesting: </a:t>
            </a:r>
            <a:r>
              <a:rPr b="0" sz="1100">
                <a:solidFill>
                  <a:srgbClr val="1E293B"/>
                </a:solidFill>
              </a:rPr>
              <a:t>Ingests spec PDFs, manuals, SDS sheets, and images.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• SHA-256 Vector RAG Caching: </a:t>
            </a:r>
            <a:r>
              <a:rPr b="0" sz="1100">
                <a:solidFill>
                  <a:srgbClr val="1E293B"/>
                </a:solidFill>
              </a:rPr>
              <a:t>ChromaDB vector store with zero duplicate PDF processing.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• Commercial Copywriting Engine: </a:t>
            </a:r>
            <a:r>
              <a:rPr b="0" sz="1100">
                <a:solidFill>
                  <a:srgbClr val="1E293B"/>
                </a:solidFill>
              </a:rPr>
              <a:t>Generates Invoice (&lt;=40 chars), Short, Long, and Marketing copy.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INTERACTIVE HUMAN REVIEW SUITE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• 5-Stage React Review Console: </a:t>
            </a:r>
            <a:r>
              <a:rPr b="0" sz="1100">
                <a:solidFill>
                  <a:srgbClr val="1E293B"/>
                </a:solidFill>
              </a:rPr>
              <a:t>Identity, Sourcing, Attributes, Copywriting, and Delivery format audit.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• Natural Language Steering Bar: </a:t>
            </a:r>
            <a:r>
              <a:rPr b="0" sz="1100">
                <a:solidFill>
                  <a:srgbClr val="1E293B"/>
                </a:solidFill>
              </a:rPr>
              <a:t>Allows human reviewers to steer extraction nodes with text prompts.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• 252-Column Unilog Exporter: </a:t>
            </a:r>
            <a:r>
              <a:rPr b="0" sz="1100">
                <a:solidFill>
                  <a:srgbClr val="1E293B"/>
                </a:solidFill>
              </a:rPr>
              <a:t>1-click export compliant with Unilog master delivery specifications.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TextBox 160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Process flow diagram or Use-case diagram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48640" y="1005840"/>
            <a:ext cx="82296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10-NODE LANGGRAPH STATE MACHINE FLOW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Step 1: Input Ingestion </a:t>
            </a:r>
            <a:r>
              <a:rPr b="0" sz="1100">
                <a:solidFill>
                  <a:srgbClr val="1E293B"/>
                </a:solidFill>
              </a:rPr>
              <a:t>-&gt; Ingests dirty Brand, MPN, Description feed.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Step 2: Identity &amp; Taxonomy </a:t>
            </a:r>
            <a:r>
              <a:rPr b="0" sz="1100">
                <a:solidFill>
                  <a:srgbClr val="1E293B"/>
                </a:solidFill>
              </a:rPr>
              <a:t>-&gt; Resolves OEM Brand &amp; 8-Digit UNSPSC Category Code.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Step 3: Checkpoint 1 (HITL Identity) </a:t>
            </a:r>
            <a:r>
              <a:rPr b="0" sz="1100">
                <a:solidFill>
                  <a:srgbClr val="1E293B"/>
                </a:solidFill>
              </a:rPr>
              <a:t>-&gt; Pauses for human brand &amp; taxonomy audit.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Step 4: Sourcing &amp; Harvesting </a:t>
            </a:r>
            <a:r>
              <a:rPr b="0" sz="1100">
                <a:solidFill>
                  <a:srgbClr val="1E293B"/>
                </a:solidFill>
              </a:rPr>
              <a:t>-&gt; Locates OEM domain, downloads PDFs, hashes into ChromaDB.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Step 5: Checkpoint 2 (HITL Sourcing) </a:t>
            </a:r>
            <a:r>
              <a:rPr b="0" sz="1100">
                <a:solidFill>
                  <a:srgbClr val="1E293B"/>
                </a:solidFill>
              </a:rPr>
              <a:t>-&gt; Pauses for human URL &amp; digital asset audit.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Step 6: RAG Extraction &amp; Graph Lookup </a:t>
            </a:r>
            <a:r>
              <a:rPr b="0" sz="1100">
                <a:solidFill>
                  <a:srgbClr val="1E293B"/>
                </a:solidFill>
              </a:rPr>
              <a:t>-&gt; Extracts 50 attributes from PDF chunks &amp; NetworkX series memory.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Step 7: Validation &amp; Confidence Scoring </a:t>
            </a:r>
            <a:r>
              <a:rPr b="0" sz="1100">
                <a:solidFill>
                  <a:srgbClr val="1E293B"/>
                </a:solidFill>
              </a:rPr>
              <a:t>-&gt; Runs FIELD_SANITY rules and assigns confidence scores.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Step 8: Copywriting &amp; 252-Column Export </a:t>
            </a:r>
            <a:r>
              <a:rPr b="0" sz="1100">
                <a:solidFill>
                  <a:srgbClr val="1E293B"/>
                </a:solidFill>
              </a:rPr>
              <a:t>-&gt; Synthesizes Invoice Copy (&lt;=40 chars) &amp; downloads Unilog CSV.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TextBox 166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Wireframes/Mock diagrams of the proposed solution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48640" y="1005840"/>
            <a:ext cx="82296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DASHBOARD ARCHITECTURE &amp; USER WORKFLOW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1. 1-Click Sample Product Loaders: </a:t>
            </a:r>
            <a:r>
              <a:rPr b="0" sz="1100">
                <a:solidFill>
                  <a:srgbClr val="1E293B"/>
                </a:solidFill>
              </a:rPr>
              <a:t>Instant demo buttons for Fluke 117, 3M Cubitron II, and Whirlpool Dishwasher.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2. Visual 5-Stage Execution Panel: </a:t>
            </a:r>
            <a:r>
              <a:rPr b="0" sz="1100">
                <a:solidFill>
                  <a:srgbClr val="1E293B"/>
                </a:solidFill>
              </a:rPr>
              <a:t>Displays real-time pipeline status (Identity -&gt; Sourcing -&gt; Attributes -&gt; Copywriting -&gt; Delivery).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3. Review Queue Console: </a:t>
            </a:r>
            <a:r>
              <a:rPr b="0" sz="1100">
                <a:solidFill>
                  <a:srgbClr val="1E293B"/>
                </a:solidFill>
              </a:rPr>
              <a:t>Filterable table displaying jobs requiring review, confidence scores, and stage tags.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4. Side-by-Side PDF Evidence Inspector: </a:t>
            </a:r>
            <a:r>
              <a:rPr b="0" sz="1100">
                <a:solidFill>
                  <a:srgbClr val="1E293B"/>
                </a:solidFill>
              </a:rPr>
              <a:t>Shows verbatim PDF text snippets alongside extracted values for verification.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5. 252-Column Master Export Controls: </a:t>
            </a:r>
            <a:r>
              <a:rPr b="0" sz="1100">
                <a:solidFill>
                  <a:srgbClr val="1E293B"/>
                </a:solidFill>
              </a:rPr>
              <a:t>1-click button to download Unilog_Submission.csv and save to SQLite DB.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TextBox 172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Architecture diagram of the proposed solution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48640" y="1005840"/>
            <a:ext cx="82296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3-TIER SYSTEM ARCHITECTURE BREAKDOWN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Tier 1 — Frontend &amp; State Control: </a:t>
            </a:r>
            <a:r>
              <a:rPr b="0" sz="1100">
                <a:solidFill>
                  <a:srgbClr val="1E293B"/>
                </a:solidFill>
              </a:rPr>
              <a:t>React 18 + Vite Review Station, FastAPI Async REST Gateway, LangGraph 10-Node Supervisor, SQLite job_store.db.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Tier 2 — Search, Vector &amp; Knowledge Stores: </a:t>
            </a:r>
            <a:r>
              <a:rPr b="0" sz="1100">
                <a:solidFill>
                  <a:srgbClr val="1E293B"/>
                </a:solidFill>
              </a:rPr>
              <a:t>Serper.dev Google API, ChromaDB Vector DB, NetworkX Knowledge Graph, PyMuPDF &amp; Trafilatura text engines.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Tier 3 — Multi-Tier Inference Cascade: </a:t>
            </a:r>
            <a:r>
              <a:rPr b="0" sz="1100">
                <a:solidFill>
                  <a:srgbClr val="1E293B"/>
                </a:solidFill>
              </a:rPr>
              <a:t>Air-gapped local Ollama (qwen2.5:3b) primary extraction engine ($0.00), Groq / Gemini API cloud fallback.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TextBox 178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Technologies used in the solution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48640" y="1005840"/>
            <a:ext cx="82296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ENTERPRISE TECH STACK &amp; COST ANALYSIS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Languages &amp; Runtimes: </a:t>
            </a:r>
            <a:r>
              <a:rPr b="0" sz="1100">
                <a:solidFill>
                  <a:srgbClr val="1E293B"/>
                </a:solidFill>
              </a:rPr>
              <a:t>Python 3.13, JavaScript (ES6+), HTML5, CSS3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Local Air-Gapped LLM Engine: </a:t>
            </a:r>
            <a:r>
              <a:rPr b="0" sz="1100">
                <a:solidFill>
                  <a:srgbClr val="1E293B"/>
                </a:solidFill>
              </a:rPr>
              <a:t>Ollama (qwen2.5:3b) — Provides $0.00 marginal inference cost per SKU.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Premium Cloud Fallback Cascade: </a:t>
            </a:r>
            <a:r>
              <a:rPr b="0" sz="1100">
                <a:solidFill>
                  <a:srgbClr val="1E293B"/>
                </a:solidFill>
              </a:rPr>
              <a:t>Groq API (llama-3.3-70b) &amp; Google Gemini 1.5 Pro for complex unformatted sheets.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AI &amp; Vector Frameworks: </a:t>
            </a:r>
            <a:r>
              <a:rPr b="0" sz="1100">
                <a:solidFill>
                  <a:srgbClr val="1E293B"/>
                </a:solidFill>
              </a:rPr>
              <a:t>LangGraph, ChromaDB Persistent Vector DB, Sentence-Transformers, NetworkX Graph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Backend Infrastructure: </a:t>
            </a:r>
            <a:r>
              <a:rPr b="0" sz="1100">
                <a:solidFill>
                  <a:srgbClr val="1E293B"/>
                </a:solidFill>
              </a:rPr>
              <a:t>FastAPI, Uvicorn, SQLite 3, PyMuPDF (fitz), Trafilatura, Requests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Frontend UI &amp; UX: </a:t>
            </a:r>
            <a:r>
              <a:rPr b="0" sz="1100">
                <a:solidFill>
                  <a:srgbClr val="1E293B"/>
                </a:solidFill>
              </a:rPr>
              <a:t>React 18, Vite, Tailwind CSS, Lucide Icons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TextBox 184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Estimated implementation cost (optional)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48640" y="1005840"/>
            <a:ext cx="82296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COST BREAKDOWN &amp; OPERATIONAL ROI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Primary LLM Extraction Cost: </a:t>
            </a:r>
            <a:r>
              <a:rPr b="0" sz="1100">
                <a:solidFill>
                  <a:srgbClr val="1E293B"/>
                </a:solidFill>
              </a:rPr>
              <a:t>$0.00 / SKU (Runs on air-gapped local Ollama qwen2.5:3b).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Vector Storage Cost: </a:t>
            </a:r>
            <a:r>
              <a:rPr b="0" sz="1100">
                <a:solidFill>
                  <a:srgbClr val="1E293B"/>
                </a:solidFill>
              </a:rPr>
              <a:t>$0.00 / SKU (Embedded ChromaDB runs locally).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Search Sourcing Cost: </a:t>
            </a:r>
            <a:r>
              <a:rPr b="0" sz="1100">
                <a:solidFill>
                  <a:srgbClr val="1E293B"/>
                </a:solidFill>
              </a:rPr>
              <a:t>~ $0.001 / SKU (Serper API free tier &amp; free DuckDuckGo fallback).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Cloud Escalation Cost: </a:t>
            </a:r>
            <a:r>
              <a:rPr b="0" sz="1100">
                <a:solidFill>
                  <a:srgbClr val="1E293B"/>
                </a:solidFill>
              </a:rPr>
              <a:t>~ $0.002 / SKU (Groq / Gemini API cloud fallback).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Operational ROI: </a:t>
            </a:r>
            <a:r>
              <a:rPr b="0" sz="1100">
                <a:solidFill>
                  <a:srgbClr val="1E293B"/>
                </a:solidFill>
              </a:rPr>
              <a:t>Reduces catalog onboarding operational expenses by 95% while eliminating manual errors.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Snapshots of the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2296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LIVE BENCHMARK TEST CASE (WHIRLPOOL DISHWASHER)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Raw Input Tested: </a:t>
            </a:r>
            <a:r>
              <a:rPr b="0" sz="1100">
                <a:solidFill>
                  <a:srgbClr val="1E293B"/>
                </a:solidFill>
              </a:rPr>
              <a:t>Brand='APPDE', MPN='WDTS7024RZ', Description='Dishwasher SS'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Pipeline Resolution: </a:t>
            </a:r>
            <a:r>
              <a:rPr b="0" sz="1100">
                <a:solidFill>
                  <a:srgbClr val="1E293B"/>
                </a:solidFill>
              </a:rPr>
              <a:t>Brand corrected to 'Whirlpool Corporation', classified to UNSPSC 83041100.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Documentation Sourced: </a:t>
            </a:r>
            <a:r>
              <a:rPr b="0" sz="1100">
                <a:solidFill>
                  <a:srgbClr val="1E293B"/>
                </a:solidFill>
              </a:rPr>
              <a:t>Sourced official Whirlpool Specification PDF and Owner Manual.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Attributes Extracted: </a:t>
            </a:r>
            <a:r>
              <a:rPr b="0" sz="1100">
                <a:solidFill>
                  <a:srgbClr val="1E293B"/>
                </a:solidFill>
              </a:rPr>
              <a:t>Extracted 31/31 required Unilog attributes with 91% overall confidence.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Commercial Output: </a:t>
            </a:r>
            <a:r>
              <a:rPr b="0" sz="1100">
                <a:solidFill>
                  <a:srgbClr val="1E293B"/>
                </a:solidFill>
              </a:rPr>
              <a:t>Invoice Copy = 'DISHWASHER SS 120V 15A 50-1/4IN' (&lt;=40 chars).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Additional Details/Future Development (if any)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2296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FUTURE DEVELOPMENT ROADMAP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1. Multi-Modal Vision Inspection: </a:t>
            </a:r>
            <a:r>
              <a:rPr b="0" sz="1100">
                <a:solidFill>
                  <a:srgbClr val="1E293B"/>
                </a:solidFill>
              </a:rPr>
              <a:t>Extracting physical dimensions directly from 2D CAD engineering blueprints.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2. Automated ERP / PIM Connectors: </a:t>
            </a:r>
            <a:r>
              <a:rPr b="0" sz="1100">
                <a:solidFill>
                  <a:srgbClr val="1E293B"/>
                </a:solidFill>
              </a:rPr>
              <a:t>Direct REST &amp; Webhook synchronization with SAP, STEP, and Akeneo PIM platforms.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3. Multilingual Catalog Translation: </a:t>
            </a:r>
            <a:r>
              <a:rPr b="0" sz="1100">
                <a:solidFill>
                  <a:srgbClr val="1E293B"/>
                </a:solidFill>
              </a:rPr>
              <a:t>Translating Unilog product specifications into European and Asian localized catalogs.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4. Distributed Worker Clusters: </a:t>
            </a:r>
            <a:r>
              <a:rPr b="0" sz="1100">
                <a:solidFill>
                  <a:srgbClr val="1E293B"/>
                </a:solidFill>
              </a:rPr>
              <a:t>Scalable Celery/Redis architecture to process 100,000+ SKUs concurrently.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Provide links to your: GitHub, Demo Video &amp;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2296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PUBLIC PROJECT RESOURCES &amp; CODEBASE LINKS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GitHub Public Repository: </a:t>
            </a:r>
            <a:r>
              <a:rPr b="0" sz="1100">
                <a:solidFill>
                  <a:srgbClr val="1E293B"/>
                </a:solidFill>
              </a:rPr>
              <a:t>https://github.com/Charishma1707/product-intelligence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Interactive Frontend Dashboard: </a:t>
            </a:r>
            <a:r>
              <a:rPr b="0" sz="1100">
                <a:solidFill>
                  <a:srgbClr val="1E293B"/>
                </a:solidFill>
              </a:rPr>
              <a:t>http://localhost:5173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OpenAPI / Swagger Backend Docs: </a:t>
            </a:r>
            <a:r>
              <a:rPr b="0" sz="1100">
                <a:solidFill>
                  <a:srgbClr val="1E293B"/>
                </a:solidFill>
              </a:rPr>
              <a:t>http://localhost:8000/docs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Working Prototype Status: </a:t>
            </a:r>
            <a:r>
              <a:rPr b="0" sz="1100">
                <a:solidFill>
                  <a:srgbClr val="1E293B"/>
                </a:solidFill>
              </a:rPr>
              <a:t>100% Operational &amp; Verified Clean State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Thank You &amp; Q/A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Autonomous Unilog Product Intelligence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PROJECT RECAP &amp; CONTACT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Team Name: </a:t>
            </a:r>
            <a:r>
              <a:rPr b="0" sz="1100">
                <a:solidFill>
                  <a:srgbClr val="1E293B"/>
                </a:solidFill>
              </a:rPr>
              <a:t>codewithcofee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Team Leader: </a:t>
            </a:r>
            <a:r>
              <a:rPr b="0" sz="1100">
                <a:solidFill>
                  <a:srgbClr val="1E293B"/>
                </a:solidFill>
              </a:rPr>
              <a:t>Charishma Alam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Repository: </a:t>
            </a:r>
            <a:r>
              <a:rPr b="0" sz="1100">
                <a:solidFill>
                  <a:srgbClr val="1E293B"/>
                </a:solidFill>
              </a:rPr>
              <a:t>https://github.com/Charishma1707/product-intelligence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</a:rPr>
              <a:t>Summary: </a:t>
            </a:r>
            <a:r>
              <a:rPr b="0" sz="1100">
                <a:solidFill>
                  <a:srgbClr val="1E293B"/>
                </a:solidFill>
              </a:rPr>
              <a:t>Transforming Industrial Catalog Data Onboarding with AI Multi-Agent Speed &amp; 100% Evidence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