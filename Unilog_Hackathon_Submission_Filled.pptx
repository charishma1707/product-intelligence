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Team name: codewithcofee</a:t>
            </a:r>
          </a:p>
          <a:p>
            <a:r>
              <a:t>Team leader name: charishma alam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Our solution is an intelligent, agentic pipeline built on LangGraph that transforms sparse, messy industrial product data into structured, commerce-ready catalogs. By mimicking a human catalog engineer, it utilizes dual-layer RAG, exact Manufacturer Part Number (MPN) verification, and series-level knowledge caching to ensure zero hallucinations and maximum system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How different is it?</a:t>
            </a:r>
          </a:p>
          <a:p>
            <a:r>
              <a:t>Unlike basic LLM wrappers, our solution is a self-learning orchestrator. When a human reviewer corrects an abbreviation (e.g., BRS to Brass), the system saves it to a persistent database, automatically applying this knowledge to all future ingestion runs.</a:t>
            </a:r>
          </a:p>
          <a:p/>
          <a:p>
            <a:r>
              <a:t>How will it solve the problem?</a:t>
            </a:r>
          </a:p>
          <a:p>
            <a:r>
              <a:t>It directly addresses the 'sparse data' problem by treating data enrichment as an autonomous research task—finding the exact spec sheet, verifying the part number, and systematically extracting fields without making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- Exact MPN Verification on Manufacturer PDFs</a:t>
            </a:r>
          </a:p>
          <a:p>
            <a:r>
              <a:t>- Series Knowledge Inheritance</a:t>
            </a:r>
          </a:p>
          <a:p>
            <a:r>
              <a:t>- Document Hash Caching</a:t>
            </a:r>
          </a:p>
          <a:p>
            <a:r>
              <a:t>- Self-Learning HITL Review Feedback Loop</a:t>
            </a:r>
          </a:p>
          <a:p>
            <a:r>
              <a:t>- Zero-Hallucination Provenance Tracking</a:t>
            </a:r>
          </a:p>
          <a:p>
            <a:r>
              <a:t>- Commerce-Ready 250-Column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(Please paste the Mermaid Process Flow diagram from the markdown artifact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(Please paste screenshots of the React Dashboard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(Please paste the Mermaid Architecture diagram from the markdown artifact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- Orchestration: LangGraph, LangChain</a:t>
            </a:r>
          </a:p>
          <a:p>
            <a:r>
              <a:t>- Backend: Python, FastAPI</a:t>
            </a:r>
          </a:p>
          <a:p>
            <a:r>
              <a:t>- Frontend: React, Vite, CSS3</a:t>
            </a:r>
          </a:p>
          <a:p>
            <a:r>
              <a:t>- Data: SQLite, ChromaDB</a:t>
            </a:r>
          </a:p>
          <a:p>
            <a:r>
              <a:t>- Models: Gemini (Reasoning), Qwen2.5/Llama3 (Extraction)</a:t>
            </a:r>
          </a:p>
          <a:p>
            <a:r>
              <a:t>- Parsing: Serper API, DuckDuckGo, PyMuPDF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- Lightweight enough to run core extraction on local hardware.</a:t>
            </a:r>
          </a:p>
          <a:p>
            <a:r>
              <a:t>- Leveraging fast, efficient models (Gemini Flash) brings API orchestration costs down to approx $0.002 - $0.005 per product.</a:t>
            </a:r>
          </a:p>
          <a:p>
            <a:r>
              <a:t>- Document hashing and series caching reduce external API calls by up to 60-80%.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(Please paste high-quality screenshots of the working product 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- Intelligent Table Parsing: Upgrading PDF extraction to seamlessly parse complex data tables using vision-language models.</a:t>
            </a:r>
          </a:p>
          <a:p>
            <a:r>
              <a:t>- Vision-Based Extraction: Processing product images to automatically infer physical dimensions and finishes.</a:t>
            </a:r>
          </a:p>
          <a:p>
            <a:r>
              <a:t>- Direct Distributor Integrations: Automated API connections to ERP databases for real-time syncing.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